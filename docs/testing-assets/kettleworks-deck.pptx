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600" b="1">
                <a:solidFill>
                  <a:srgbClr val="1A1A1A"/>
                </a:solidFill>
              </a:defRPr>
            </a:pPr>
            <a:r>
              <a:t>Kettleworks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55555"/>
                </a:solidFill>
              </a:defRPr>
            </a:pPr>
            <a:r>
              <a:t>Preventive maintenance subscriptions for commercial coffee equipment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A broken espresso machine costs a busy cafe about $1,800 a day in lost sales.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The average repair callout takes 4 days to arrive.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Most cafes have no maintenance plan at all — they call someone when it 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What we 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Maintenance as a subscription, not an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One flat monthly subscription per location. Quarterly preventive service, parts included.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A rules-based scheduling engine assigns technicians by machine age, model, and service history.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Emergency callouts for subscribers answered within 24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Annual recurring revenue: $1.2M.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210 subscribed locations across 3 metros.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Revenue growing 11% month over month for the last 6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Gross margin: 38%.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Customer acquisition cost: $940 per location.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CAC payback: 14 months.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Monthly churn: 4.5% of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63,000 coffee shops in the US.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Serviceable market for equipment maintenance: $410M per year.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No national player — the trade is local repair shops and manufacturer warranties.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12 people: 7 field technicians, 3 engineering, 2 operations.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Founded by Dana Okafor (10 years in food-service equipment leasing) and Priya Menon (ex fleet-logistics software).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Raising a $2.5M seed round.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Gets us to 600 locations and 3 new metros in 18 months.</a:t>
            </a:r>
          </a:p>
          <a:p>
            <a:pPr>
              <a:spcAft>
                <a:spcPts val="1400"/>
              </a:spcAft>
              <a:defRPr sz="2400">
                <a:solidFill>
                  <a:srgbClr val="1A1A1A"/>
                </a:solidFill>
              </a:defRPr>
            </a:pPr>
            <a:r>
              <a:t>Primary use of funds: technician hiring and route density.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